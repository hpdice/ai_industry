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aULbWYVM4hUgbVx5GhxLWJlPb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11" Type="http://schemas.openxmlformats.org/officeDocument/2006/relationships/image" Target="../media/image14.png"/><Relationship Id="rId10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12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7" Type="http://schemas.openxmlformats.org/officeDocument/2006/relationships/image" Target="../media/image17.png"/><Relationship Id="rId16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18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24.png"/><Relationship Id="rId22" Type="http://schemas.openxmlformats.org/officeDocument/2006/relationships/image" Target="../media/image18.png"/><Relationship Id="rId10" Type="http://schemas.openxmlformats.org/officeDocument/2006/relationships/image" Target="../media/image22.png"/><Relationship Id="rId21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9.png"/><Relationship Id="rId15" Type="http://schemas.openxmlformats.org/officeDocument/2006/relationships/image" Target="../media/image3.png"/><Relationship Id="rId14" Type="http://schemas.openxmlformats.org/officeDocument/2006/relationships/image" Target="../media/image25.png"/><Relationship Id="rId17" Type="http://schemas.openxmlformats.org/officeDocument/2006/relationships/image" Target="../media/image12.png"/><Relationship Id="rId16" Type="http://schemas.openxmlformats.org/officeDocument/2006/relationships/image" Target="../media/image9.png"/><Relationship Id="rId5" Type="http://schemas.openxmlformats.org/officeDocument/2006/relationships/image" Target="../media/image21.png"/><Relationship Id="rId19" Type="http://schemas.openxmlformats.org/officeDocument/2006/relationships/image" Target="../media/image11.png"/><Relationship Id="rId6" Type="http://schemas.openxmlformats.org/officeDocument/2006/relationships/image" Target="../media/image6.png"/><Relationship Id="rId18" Type="http://schemas.openxmlformats.org/officeDocument/2006/relationships/image" Target="../media/image10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9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png"/><Relationship Id="rId22" Type="http://schemas.openxmlformats.org/officeDocument/2006/relationships/image" Target="../media/image12.png"/><Relationship Id="rId21" Type="http://schemas.openxmlformats.org/officeDocument/2006/relationships/image" Target="../media/image9.png"/><Relationship Id="rId24" Type="http://schemas.openxmlformats.org/officeDocument/2006/relationships/image" Target="../media/image11.png"/><Relationship Id="rId2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6.png"/><Relationship Id="rId26" Type="http://schemas.openxmlformats.org/officeDocument/2006/relationships/image" Target="../media/image17.png"/><Relationship Id="rId25" Type="http://schemas.openxmlformats.org/officeDocument/2006/relationships/image" Target="../media/image23.png"/><Relationship Id="rId27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Relationship Id="rId11" Type="http://schemas.openxmlformats.org/officeDocument/2006/relationships/image" Target="../media/image31.png"/><Relationship Id="rId10" Type="http://schemas.openxmlformats.org/officeDocument/2006/relationships/image" Target="../media/image39.png"/><Relationship Id="rId13" Type="http://schemas.openxmlformats.org/officeDocument/2006/relationships/image" Target="../media/image32.png"/><Relationship Id="rId12" Type="http://schemas.openxmlformats.org/officeDocument/2006/relationships/image" Target="../media/image35.png"/><Relationship Id="rId15" Type="http://schemas.openxmlformats.org/officeDocument/2006/relationships/image" Target="../media/image28.png"/><Relationship Id="rId14" Type="http://schemas.openxmlformats.org/officeDocument/2006/relationships/image" Target="../media/image33.png"/><Relationship Id="rId17" Type="http://schemas.openxmlformats.org/officeDocument/2006/relationships/image" Target="../media/image36.png"/><Relationship Id="rId16" Type="http://schemas.openxmlformats.org/officeDocument/2006/relationships/image" Target="../media/image30.png"/><Relationship Id="rId19" Type="http://schemas.openxmlformats.org/officeDocument/2006/relationships/image" Target="../media/image37.png"/><Relationship Id="rId1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41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7.png"/><Relationship Id="rId11" Type="http://schemas.openxmlformats.org/officeDocument/2006/relationships/image" Target="../media/image40.png"/><Relationship Id="rId10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65215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17647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8572500"/>
            <a:ext cx="17233900" cy="1181100"/>
          </a:xfrm>
          <a:prstGeom prst="rect">
            <a:avLst/>
          </a:prstGeom>
          <a:noFill/>
          <a:ln>
            <a:noFill/>
          </a:ln>
          <a:effectLst>
            <a:outerShdw blurRad="62864" dir="5400000" dist="9110">
              <a:srgbClr val="000000">
                <a:alpha val="11764"/>
              </a:srgbClr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701800" y="4279900"/>
            <a:ext cx="11239500" cy="31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0" i="0" lang="ko-KR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프로젝트명</a:t>
            </a:r>
            <a:endParaRPr b="0" i="0" sz="9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273300" y="8940800"/>
            <a:ext cx="2108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XX.01.05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62100" y="89408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00200" y="3136900"/>
            <a:ext cx="1282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3111500" y="3302000"/>
            <a:ext cx="46482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b="0" i="0" sz="4100" u="none" cap="none" strike="noStrike">
              <a:solidFill>
                <a:srgbClr val="B5B5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163800" y="8696409"/>
            <a:ext cx="2427026" cy="933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01715"/>
            <a:ext cx="172339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7239000" y="53213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2400" y="53340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5537200" y="53721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239000" y="63500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2400" y="63627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537200" y="64008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239000" y="73914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2400" y="74168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5537200" y="74549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239000" y="84328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2400" y="84455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5537200" y="84836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3309600" y="53086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03000" y="53340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11607800" y="53594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3309600" y="63373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학습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03000" y="63627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11607800" y="64008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3309600" y="73914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03000" y="74168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11607800" y="74549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273800" y="1473200"/>
            <a:ext cx="7505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-KR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80000" y="1308100"/>
            <a:ext cx="11176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13320598" y="84074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결과물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13998" y="8432800"/>
            <a:ext cx="18034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"/>
          <p:cNvSpPr txBox="1"/>
          <p:nvPr/>
        </p:nvSpPr>
        <p:spPr>
          <a:xfrm>
            <a:off x="11618798" y="847090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155" name="Google Shape;1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157" name="Google Shape;15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30800" y="3530600"/>
            <a:ext cx="11861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7556500" y="4445000"/>
            <a:ext cx="1270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30800" y="5638800"/>
            <a:ext cx="58420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88000" y="6680200"/>
            <a:ext cx="4851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/>
        </p:nvSpPr>
        <p:spPr>
          <a:xfrm>
            <a:off x="8775700" y="3886200"/>
            <a:ext cx="76708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ko-KR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최종 목표</a:t>
            </a:r>
            <a:endParaRPr b="0" i="0" sz="3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6375400" y="4102100"/>
            <a:ext cx="1333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613400" y="59563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-KR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 사항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5664200" y="6934200"/>
            <a:ext cx="3911600" cy="1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7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37900" y="5638800"/>
            <a:ext cx="58420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595100" y="6680200"/>
            <a:ext cx="4851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27700" y="41529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11633200" y="59563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-KR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 사항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11671300" y="6934200"/>
            <a:ext cx="3911600" cy="1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7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6273800" y="1447800"/>
            <a:ext cx="7086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81600" y="1409700"/>
            <a:ext cx="901700" cy="8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200" name="Google Shape;2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소개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6273800" y="1447800"/>
            <a:ext cx="7289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07000" y="1485900"/>
            <a:ext cx="825500" cy="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 이유와 전처리 방법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263" name="Google Shape;2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265" name="Google Shape;2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6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 방법과 이를 기반으로한 인사이트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6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294" name="Google Shape;2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296" name="Google Shape;29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 모델, 모델 구조, 설계 이유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7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325" name="Google Shape;3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327" name="Google Shape;3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학습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 학습 방법, 학습 과정 시각화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8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356" name="Google Shape;3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358" name="Google Shape;35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평가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평가 결과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9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387" name="Google Shape;3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389" name="Google Shape;38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0"/>
          <p:cNvSpPr txBox="1"/>
          <p:nvPr/>
        </p:nvSpPr>
        <p:spPr>
          <a:xfrm>
            <a:off x="6273800" y="1447800"/>
            <a:ext cx="777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결과물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3500" y="14097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0"/>
          <p:cNvSpPr txBox="1"/>
          <p:nvPr/>
        </p:nvSpPr>
        <p:spPr>
          <a:xfrm>
            <a:off x="6273800" y="2032000"/>
            <a:ext cx="6197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기반 개발 결과물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0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969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27843"/>
              </a:srgbClr>
            </a:outerShdw>
          </a:effectLst>
        </p:spPr>
      </p:pic>
      <p:pic>
        <p:nvPicPr>
          <p:cNvPr id="418" name="Google Shape;4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3400"/>
            <a:ext cx="3886200" cy="9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420" name="Google Shape;4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1"/>
          <p:cNvSpPr txBox="1"/>
          <p:nvPr/>
        </p:nvSpPr>
        <p:spPr>
          <a:xfrm>
            <a:off x="6273800" y="1447800"/>
            <a:ext cx="103124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팀소개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30800" y="3568700"/>
            <a:ext cx="60198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3700" y="3644900"/>
            <a:ext cx="11176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1"/>
          <p:cNvSpPr txBox="1"/>
          <p:nvPr/>
        </p:nvSpPr>
        <p:spPr>
          <a:xfrm>
            <a:off x="6654800" y="3848100"/>
            <a:ext cx="4432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 txBox="1"/>
          <p:nvPr/>
        </p:nvSpPr>
        <p:spPr>
          <a:xfrm>
            <a:off x="6654800" y="4254500"/>
            <a:ext cx="41783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소개 한줄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30800" y="4927600"/>
            <a:ext cx="60198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10200" y="5041900"/>
            <a:ext cx="12065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30800" y="7442200"/>
            <a:ext cx="11861800" cy="15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15700" y="3568700"/>
            <a:ext cx="56642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 txBox="1"/>
          <p:nvPr/>
        </p:nvSpPr>
        <p:spPr>
          <a:xfrm>
            <a:off x="5556250" y="7956550"/>
            <a:ext cx="110617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-KR" sz="2900" u="none" cap="none" strike="noStrike">
                <a:solidFill>
                  <a:srgbClr val="FFFEFD"/>
                </a:solidFill>
                <a:latin typeface="Arial"/>
                <a:ea typeface="Arial"/>
                <a:cs typeface="Arial"/>
                <a:sym typeface="Arial"/>
              </a:rPr>
              <a:t>프로젝트 명</a:t>
            </a:r>
            <a:endParaRPr b="0" i="0" sz="2900" u="none" cap="none" strike="noStrike">
              <a:solidFill>
                <a:srgbClr val="FFFE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15700" y="4927600"/>
            <a:ext cx="56642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95100" y="36195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81600" y="6769100"/>
            <a:ext cx="44831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509500" y="6769100"/>
            <a:ext cx="44831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30800" y="1384300"/>
            <a:ext cx="10541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1"/>
          <p:cNvSpPr txBox="1"/>
          <p:nvPr/>
        </p:nvSpPr>
        <p:spPr>
          <a:xfrm>
            <a:off x="9677400" y="6553200"/>
            <a:ext cx="2819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619911" y="4941675"/>
            <a:ext cx="11938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1"/>
          <p:cNvSpPr txBox="1"/>
          <p:nvPr/>
        </p:nvSpPr>
        <p:spPr>
          <a:xfrm>
            <a:off x="1930400" y="2120900"/>
            <a:ext cx="2082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문제정의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 txBox="1"/>
          <p:nvPr/>
        </p:nvSpPr>
        <p:spPr>
          <a:xfrm>
            <a:off x="1485900" y="143510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1930400" y="26924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1930400" y="3251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1930400" y="3810000"/>
            <a:ext cx="287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1930400" y="4368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1930400" y="49403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설계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1930400" y="54991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모델 성능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98600" y="2108200"/>
            <a:ext cx="2667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460500" y="3835400"/>
            <a:ext cx="330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4100" y="1473200"/>
            <a:ext cx="2667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447800" y="32385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473200" y="4356100"/>
            <a:ext cx="3048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447800" y="4940300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485900" y="2717800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473200" y="5511800"/>
            <a:ext cx="292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473200" y="6048407"/>
            <a:ext cx="292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1"/>
          <p:cNvSpPr txBox="1"/>
          <p:nvPr/>
        </p:nvSpPr>
        <p:spPr>
          <a:xfrm>
            <a:off x="1901334" y="6063006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산출물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12941300" y="3842012"/>
            <a:ext cx="4432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1"/>
          <p:cNvSpPr txBox="1"/>
          <p:nvPr/>
        </p:nvSpPr>
        <p:spPr>
          <a:xfrm>
            <a:off x="12941300" y="4248412"/>
            <a:ext cx="41783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소개 한줄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1"/>
          <p:cNvSpPr txBox="1"/>
          <p:nvPr/>
        </p:nvSpPr>
        <p:spPr>
          <a:xfrm>
            <a:off x="6654800" y="5226050"/>
            <a:ext cx="4432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1"/>
          <p:cNvSpPr txBox="1"/>
          <p:nvPr/>
        </p:nvSpPr>
        <p:spPr>
          <a:xfrm>
            <a:off x="6654800" y="5632450"/>
            <a:ext cx="41783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소개 한줄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 txBox="1"/>
          <p:nvPr/>
        </p:nvSpPr>
        <p:spPr>
          <a:xfrm>
            <a:off x="12941300" y="5153156"/>
            <a:ext cx="4432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1"/>
          <p:cNvSpPr txBox="1"/>
          <p:nvPr/>
        </p:nvSpPr>
        <p:spPr>
          <a:xfrm>
            <a:off x="12941300" y="5559556"/>
            <a:ext cx="41783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소개 한줄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33400"/>
            <a:ext cx="17233900" cy="9232900"/>
          </a:xfrm>
          <a:prstGeom prst="rect">
            <a:avLst/>
          </a:prstGeom>
          <a:noFill/>
          <a:ln>
            <a:noFill/>
          </a:ln>
          <a:effectLst>
            <a:outerShdw blurRad="530331" dir="2700000" dist="71003">
              <a:srgbClr val="000000">
                <a:alpha val="17647"/>
              </a:srgbClr>
            </a:outerShdw>
          </a:effectLst>
        </p:spPr>
      </p:pic>
      <p:pic>
        <p:nvPicPr>
          <p:cNvPr id="469" name="Google Shape;4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8572500"/>
            <a:ext cx="17233900" cy="1181100"/>
          </a:xfrm>
          <a:prstGeom prst="rect">
            <a:avLst/>
          </a:prstGeom>
          <a:noFill/>
          <a:ln>
            <a:noFill/>
          </a:ln>
          <a:effectLst>
            <a:outerShdw blurRad="62864" dir="5400000" dist="9110">
              <a:srgbClr val="000000">
                <a:alpha val="11764"/>
              </a:srgbClr>
            </a:outerShdw>
          </a:effectLst>
        </p:spPr>
      </p:pic>
      <p:pic>
        <p:nvPicPr>
          <p:cNvPr id="470" name="Google Shape;4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17233900" cy="342900"/>
          </a:xfrm>
          <a:prstGeom prst="rect">
            <a:avLst/>
          </a:prstGeom>
          <a:noFill/>
          <a:ln>
            <a:noFill/>
          </a:ln>
          <a:effectLst>
            <a:outerShdw blurRad="717" dir="2700000" dist="2610">
              <a:srgbClr val="000000">
                <a:alpha val="27843"/>
              </a:srgbClr>
            </a:outerShdw>
          </a:effectLst>
        </p:spPr>
      </p:pic>
      <p:pic>
        <p:nvPicPr>
          <p:cNvPr id="471" name="Google Shape;4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600" y="596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73200" y="88265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7912100" y="2476500"/>
            <a:ext cx="24638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528800" y="89408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2"/>
          <p:cNvSpPr txBox="1"/>
          <p:nvPr/>
        </p:nvSpPr>
        <p:spPr>
          <a:xfrm>
            <a:off x="3898900" y="5181600"/>
            <a:ext cx="105029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ko-K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FOR PARTICIPATING IN THE MEETING.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 txBox="1"/>
          <p:nvPr/>
        </p:nvSpPr>
        <p:spPr>
          <a:xfrm>
            <a:off x="2273300" y="8940800"/>
            <a:ext cx="45593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your@email.com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15227300" y="8953500"/>
            <a:ext cx="21082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ko-KR" sz="21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5105400" y="7035800"/>
            <a:ext cx="8077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rPr>
              <a:t>If you have any questions, please leave them via email.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7150100" y="89662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ko-KR" sz="2100" u="none" cap="none" strike="noStrike">
                <a:solidFill>
                  <a:srgbClr val="CCCBCA"/>
                </a:solidFill>
                <a:latin typeface="Arial"/>
                <a:ea typeface="Arial"/>
                <a:cs typeface="Arial"/>
                <a:sym typeface="Arial"/>
              </a:rPr>
              <a:t>YOUR COMPANY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